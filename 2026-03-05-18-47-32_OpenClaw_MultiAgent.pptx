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OpenClaw 多Agent实战指南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</a:rPr>
              <a:t>一个人 = 一支高效军团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2026年最新教程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</a:rPr>
              <a:t>单一Agent的三大痛点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❌ 记忆臃肿 → 响应迟缓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长期使用后，对话历史、任务缓存等信息堆积，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导致模型加载上下文耗时增加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❌ 上下文污染 → 逻辑冲突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不同类型任务的信息混杂在同一上下文，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容易引发逻辑混乱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❌ Token浪费 → 成本上升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执行简单任务时，仍需加载大量无关历史信息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</a:rPr>
              <a:t>多Agent架构的核心优势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✅ 任务拆解自动化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Leader Agent接收指令后，自动拆解为多个子任务，分配给对应专业Agent并行执行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✅ 专业领域深耕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每个Agent专注单一领域，拥有独立知识库与工作流，输出质量更优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✅ 运行环境隔离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各Agent拥有独立workspace与session store，避免上下文污染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✅ 资源弹性分配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根据任务复杂度动态分配计算资源，降低Token消耗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</a:rPr>
              <a:t>阿里云部署4步走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1️⃣ 购买轻量应用服务器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选择OpenClaw专属镜像，2vCPU+4GiB内存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2️⃣ 放行核心端口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22(SSH) / 18789(Gateway) / 8080(Web控制台)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3️⃣ 配置API-Key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配置阿里云百炼API-Key与ClawHub加速源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</a:rPr>
              <a:t>4️⃣ 启动服务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   systemctl start openclaw &amp;&amp; systemctl enable openclaw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</a:rPr>
              <a:t>典型应用场景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</a:rPr>
              <a:t>📝 内容创作团队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Leader + Scout(热点追踪) + Writer(文案创作) + Checker(合规审核)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</a:rPr>
              <a:t>💼 办公自动化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Mail + File + Schedule + Report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</a:rPr>
              <a:t>💻 技术开发辅助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需求分析 + 编码 + 测试 + 文档 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</a:rPr>
              <a:t>📊 市场调研分析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数据采集 + 分析 + 可视化 + 策略 Agent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2026-03-05T10:28:53Z</dcterms:created>
  <dcterms:modified xsi:type="dcterms:W3CDTF">2026-03-05T10:28:53Z</dcterms:modified>
</cp:coreProperties>
</file>